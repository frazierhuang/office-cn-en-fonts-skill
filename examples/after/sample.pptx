
<file path=[Content_Types].xml><?xml version="1.0" encoding="utf-8"?>
<Types xmlns="http://schemas.openxmlformats.org/package/2006/content-types"/>
</file>

<file path=ppt/slides/slide1.xml><?xml version="1.0" encoding="utf-8"?>
<ns0:sld xmlns:a="http://schemas.openxmlformats.org/drawingml/2006/main" xmlns:ns0="http://schemas.openxmlformats.org/presentationml/2006/main">
  <ns0:cSld>
    <ns0:spTree>
      <ns0:sp>
        <ns0:txBody>
          <a:p>
            <a:r>
              <a:rPr>
                <a:latin typeface="Times New Roman"/>
                <a:ea typeface="宋体"/>
                <a:cs typeface="Times New Roman"/>
              </a:rPr>
              <a:t>河蚬As暴露</a:t>
            </a:r>
          </a:p>
          <a:p>
            <a:r>
              <a:rPr>
                <a:latin typeface="Times New Roman"/>
                <a:ea typeface="宋体"/>
                <a:cs typeface="Times New Roman"/>
              </a:rPr>
              <a:t>贝类</a:t>
            </a:r>
            <a:r>
              <a:rPr>
                <a:latin typeface="Times New Roman"/>
                <a:ea typeface="宋体"/>
                <a:cs typeface="Times New Roman"/>
              </a:rPr>
              <a:t/>
            </a:r>
            <a:r>
              <a:rPr>
                <a:latin typeface="Times New Roman"/>
                <a:ea typeface="宋体"/>
                <a:cs typeface="Times New Roman"/>
              </a:rPr>
              <a:t>As</a:t>
            </a:r>
            <a:r>
              <a:rPr>
                <a:latin typeface="Times New Roman"/>
                <a:ea typeface="宋体"/>
                <a:cs typeface="Times New Roman"/>
              </a:rPr>
              <a:t>暴露</a:t>
            </a:r>
          </a:p>
        </ns0:txBody>
      </ns0:sp>
    </ns0:spTree>
  </ns0:cSld>
</ns0:sld>
</file>